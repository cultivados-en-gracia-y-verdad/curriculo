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"/>
          <p:cNvSpPr/>
          <p:nvPr/>
        </p:nvSpPr>
        <p:spPr>
          <a:xfrm>
            <a:off x="689570" y="1778000"/>
            <a:ext cx="7664356" cy="11683802"/>
          </a:xfrm>
          <a:prstGeom prst="rect">
            <a:avLst/>
          </a:prstGeom>
          <a:solidFill>
            <a:srgbClr val="00A1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2" name="Rectangle"/>
          <p:cNvSpPr/>
          <p:nvPr/>
        </p:nvSpPr>
        <p:spPr>
          <a:xfrm>
            <a:off x="8516997" y="1778000"/>
            <a:ext cx="7664356" cy="11683802"/>
          </a:xfrm>
          <a:prstGeom prst="rect">
            <a:avLst/>
          </a:prstGeom>
          <a:solidFill>
            <a:srgbClr val="60D937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3" name="Rectangle"/>
          <p:cNvSpPr/>
          <p:nvPr/>
        </p:nvSpPr>
        <p:spPr>
          <a:xfrm>
            <a:off x="16391453" y="1778000"/>
            <a:ext cx="7664357" cy="11683802"/>
          </a:xfrm>
          <a:prstGeom prst="rect">
            <a:avLst/>
          </a:prstGeom>
          <a:solidFill>
            <a:schemeClr val="accent4">
              <a:hueOff val="-476017"/>
              <a:lumOff val="-10042"/>
            </a:schemeClr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4" name="Resumen visual (condensado)"/>
          <p:cNvSpPr txBox="1"/>
          <p:nvPr/>
        </p:nvSpPr>
        <p:spPr>
          <a:xfrm>
            <a:off x="9753752" y="836959"/>
            <a:ext cx="5190847" cy="52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50000"/>
              </a:lnSpc>
              <a:defRPr b="1" sz="2800"/>
            </a:lvl1pPr>
          </a:lstStyle>
          <a:p>
            <a:pPr/>
            <a:r>
              <a:t>Resumen visual (condensado)</a:t>
            </a:r>
          </a:p>
        </p:txBody>
      </p:sp>
      <p:sp>
        <p:nvSpPr>
          <p:cNvPr id="175" name="DIOS ES LUZ…"/>
          <p:cNvSpPr txBox="1"/>
          <p:nvPr/>
        </p:nvSpPr>
        <p:spPr>
          <a:xfrm>
            <a:off x="1007962" y="1839840"/>
            <a:ext cx="7027572" cy="10668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4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b="1">
                <a:latin typeface="+mn-lt"/>
                <a:ea typeface="+mn-ea"/>
                <a:cs typeface="+mn-cs"/>
                <a:sym typeface="Helvetica Neue"/>
              </a:rPr>
              <a:t>DIOS ES LUZ </a:t>
            </a:r>
            <a:endParaRPr b="1">
              <a:latin typeface="+mn-lt"/>
              <a:ea typeface="+mn-ea"/>
              <a:cs typeface="+mn-cs"/>
              <a:sym typeface="Helvetica Neue"/>
            </a:endParaR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b="1">
                <a:latin typeface="+mn-lt"/>
                <a:ea typeface="+mn-ea"/>
                <a:cs typeface="+mn-cs"/>
                <a:sym typeface="Helvetica Neue"/>
              </a:rPr>
              <a:t>(</a:t>
            </a:r>
            <a:r>
              <a:rPr b="1" sz="3500">
                <a:latin typeface="+mn-lt"/>
                <a:ea typeface="+mn-ea"/>
                <a:cs typeface="+mn-cs"/>
                <a:sym typeface="Helvetica Neue"/>
              </a:rPr>
              <a:t>COMUNIÓN EXPERIMENTADA)</a:t>
            </a:r>
            <a:br>
              <a:rPr b="1" sz="3500">
                <a:latin typeface="+mn-lt"/>
                <a:ea typeface="+mn-ea"/>
                <a:cs typeface="+mn-cs"/>
                <a:sym typeface="Helvetica Neue"/>
              </a:rPr>
            </a:br>
            <a:r>
              <a:t>(1 Juan 1:5–2:27)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1. Dios es Luz/caminar en la luz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(1:5-2:2)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2. Dios es verdad. 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Los suyos reflejan verdad al guardar 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Su palabra y amar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(2:3-11)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3. Identidad Introducida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(2:12-14)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4. Nuestra relación con 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el Reino Externo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(2:15-17)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5. La Verdad vs Mentiras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(2:18-27)</a:t>
            </a:r>
          </a:p>
        </p:txBody>
      </p:sp>
      <p:sp>
        <p:nvSpPr>
          <p:cNvPr id="176" name="DIOS ES JUSTO…"/>
          <p:cNvSpPr txBox="1"/>
          <p:nvPr/>
        </p:nvSpPr>
        <p:spPr>
          <a:xfrm>
            <a:off x="9345878" y="2009503"/>
            <a:ext cx="6006593" cy="9183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b="1" sz="4000"/>
            </a:pPr>
            <a:r>
              <a:t>DIOS ES JUSTO  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b="1" sz="3500"/>
            </a:pPr>
            <a:r>
              <a:t>(IDENTIDAD CONFIRMADA)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(1 Jn 2:28-4:6)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6. Identidad Permanente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(2:28-3:3)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7. Practica Revela Identidad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(3:4-10)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8. Amor como Acción Justa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(3:11-18)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9. Seguridad al Amar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(3:19-24)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10. Discernimiento de Origen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(4:1-6)</a:t>
            </a:r>
          </a:p>
        </p:txBody>
      </p:sp>
      <p:sp>
        <p:nvSpPr>
          <p:cNvPr id="177" name="DIOS ES AMOR…"/>
          <p:cNvSpPr txBox="1"/>
          <p:nvPr/>
        </p:nvSpPr>
        <p:spPr>
          <a:xfrm>
            <a:off x="17467033" y="1993444"/>
            <a:ext cx="5513198" cy="9729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b="1" sz="4000"/>
            </a:pPr>
            <a:r>
              <a:t>DIOS ES AMOR 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b="1" sz="3500"/>
            </a:pPr>
            <a:r>
              <a:t>(SEGURIDAD AFIRMADA 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b="1" sz="3500"/>
            </a:pPr>
            <a:r>
              <a:t>Y MANIFESTADA)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(1 Jn 4:7-5:21)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11. Dios es Amor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(4:7-12)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12. Amor Perfeccionado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(4:13-21)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13. Fe y testimonio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(5:1-12)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14. Seguridad</a:t>
            </a:r>
            <a:br/>
            <a:r>
              <a:t>(5:13–20)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15. Protégete de los ídolos </a:t>
            </a:r>
            <a:br/>
            <a:r>
              <a:t>(15:21)</a:t>
            </a:r>
          </a:p>
        </p:txBody>
      </p:sp>
      <p:sp>
        <p:nvSpPr>
          <p:cNvPr id="178" name="(ciclos 1-5)"/>
          <p:cNvSpPr txBox="1"/>
          <p:nvPr/>
        </p:nvSpPr>
        <p:spPr>
          <a:xfrm>
            <a:off x="3444089" y="12827370"/>
            <a:ext cx="2155318" cy="59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3300"/>
            </a:lvl1pPr>
          </a:lstStyle>
          <a:p>
            <a:pPr/>
            <a:r>
              <a:t>(ciclos 1-5)</a:t>
            </a:r>
          </a:p>
        </p:txBody>
      </p:sp>
      <p:sp>
        <p:nvSpPr>
          <p:cNvPr id="179" name="(ciclos 6-10)"/>
          <p:cNvSpPr txBox="1"/>
          <p:nvPr/>
        </p:nvSpPr>
        <p:spPr>
          <a:xfrm>
            <a:off x="11295031" y="12827370"/>
            <a:ext cx="2388338" cy="59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3300"/>
            </a:lvl1pPr>
          </a:lstStyle>
          <a:p>
            <a:pPr/>
            <a:r>
              <a:t>(ciclos 6-10)</a:t>
            </a:r>
          </a:p>
        </p:txBody>
      </p:sp>
      <p:sp>
        <p:nvSpPr>
          <p:cNvPr id="180" name="(ciclos 11-15)"/>
          <p:cNvSpPr txBox="1"/>
          <p:nvPr/>
        </p:nvSpPr>
        <p:spPr>
          <a:xfrm>
            <a:off x="19145972" y="12827370"/>
            <a:ext cx="2621357" cy="59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3300"/>
            </a:lvl1pPr>
          </a:lstStyle>
          <a:p>
            <a:pPr/>
            <a:r>
              <a:t>(ciclos 11-15)</a:t>
            </a:r>
          </a:p>
        </p:txBody>
      </p:sp>
      <p:sp>
        <p:nvSpPr>
          <p:cNvPr id="181" name="Viviendo de la Vida de Dios"/>
          <p:cNvSpPr txBox="1"/>
          <p:nvPr/>
        </p:nvSpPr>
        <p:spPr>
          <a:xfrm>
            <a:off x="8756770" y="70082"/>
            <a:ext cx="752155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Viviendo de la Vida de Dios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1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1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1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17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17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17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17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17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17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17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fill="hold"/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fill="hold"/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fill="hold"/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7" fill="hold"/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fill="hold"/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4" fill="hold"/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7" fill="hold"/>
                                        <p:tgtEl>
                                          <p:spTgt spid="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1" fill="hold"/>
                                        <p:tgtEl>
                                          <p:spTgt spid="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4" fill="hold"/>
                                        <p:tgtEl>
                                          <p:spTgt spid="1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7" fill="hold"/>
                                        <p:tgtEl>
                                          <p:spTgt spid="1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1" fill="hold"/>
                                        <p:tgtEl>
                                          <p:spTgt spid="1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4" fill="hold"/>
                                        <p:tgtEl>
                                          <p:spTgt spid="17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7" fill="hold"/>
                                        <p:tgtEl>
                                          <p:spTgt spid="17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1" fill="hold"/>
                                        <p:tgtEl>
                                          <p:spTgt spid="17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4" fill="hold"/>
                                        <p:tgtEl>
                                          <p:spTgt spid="17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8" fill="hold"/>
                                        <p:tgtEl>
                                          <p:spTgt spid="17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Class="entr" nodeType="with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0" fill="hold"/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4" fill="hold"/>
                                        <p:tgtEl>
                                          <p:spTgt spid="1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7" fill="hold"/>
                                        <p:tgtEl>
                                          <p:spTgt spid="1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0" fill="hold"/>
                                        <p:tgtEl>
                                          <p:spTgt spid="1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3" fill="hold"/>
                                        <p:tgtEl>
                                          <p:spTgt spid="1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7" fill="hold"/>
                                        <p:tgtEl>
                                          <p:spTgt spid="1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0" fill="hold"/>
                                        <p:tgtEl>
                                          <p:spTgt spid="1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3" fill="hold"/>
                                        <p:tgtEl>
                                          <p:spTgt spid="1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7" fill="hold"/>
                                        <p:tgtEl>
                                          <p:spTgt spid="1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0" fill="hold"/>
                                        <p:tgtEl>
                                          <p:spTgt spid="1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3" fill="hold"/>
                                        <p:tgtEl>
                                          <p:spTgt spid="1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7" fill="hold"/>
                                        <p:tgtEl>
                                          <p:spTgt spid="17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0" fill="hold"/>
                                        <p:tgtEl>
                                          <p:spTgt spid="17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3" fill="hold"/>
                                        <p:tgtEl>
                                          <p:spTgt spid="17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7" fill="hold"/>
                                        <p:tgtEl>
                                          <p:spTgt spid="17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0" fill="hold"/>
                                        <p:tgtEl>
                                          <p:spTgt spid="17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3" fill="hold"/>
                                        <p:tgtEl>
                                          <p:spTgt spid="17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77" grpId="3"/>
      <p:bldP build="p" bldLvl="5" animBg="1" rev="0" advAuto="0" spid="175" grpId="1"/>
      <p:bldP build="p" bldLvl="5" animBg="1" rev="0" advAuto="0" spid="176" grpId="2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"/>
          <p:cNvSpPr/>
          <p:nvPr/>
        </p:nvSpPr>
        <p:spPr>
          <a:xfrm>
            <a:off x="689570" y="1777999"/>
            <a:ext cx="7664356" cy="11683803"/>
          </a:xfrm>
          <a:prstGeom prst="rect">
            <a:avLst/>
          </a:prstGeom>
          <a:solidFill>
            <a:srgbClr val="00A1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4" name="Rectangle"/>
          <p:cNvSpPr/>
          <p:nvPr/>
        </p:nvSpPr>
        <p:spPr>
          <a:xfrm>
            <a:off x="8516997" y="1778000"/>
            <a:ext cx="7664356" cy="11683802"/>
          </a:xfrm>
          <a:prstGeom prst="rect">
            <a:avLst/>
          </a:prstGeom>
          <a:solidFill>
            <a:srgbClr val="60D937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5" name="Rectangle"/>
          <p:cNvSpPr/>
          <p:nvPr/>
        </p:nvSpPr>
        <p:spPr>
          <a:xfrm>
            <a:off x="16391453" y="1778000"/>
            <a:ext cx="7664357" cy="11683802"/>
          </a:xfrm>
          <a:prstGeom prst="rect">
            <a:avLst/>
          </a:prstGeom>
          <a:solidFill>
            <a:schemeClr val="accent4">
              <a:hueOff val="-476017"/>
              <a:lumOff val="-10042"/>
            </a:schemeClr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6" name="Resumen visual (condensado)"/>
          <p:cNvSpPr txBox="1"/>
          <p:nvPr/>
        </p:nvSpPr>
        <p:spPr>
          <a:xfrm>
            <a:off x="9753752" y="836959"/>
            <a:ext cx="5190846" cy="52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50000"/>
              </a:lnSpc>
              <a:defRPr b="1" sz="2800"/>
            </a:lvl1pPr>
          </a:lstStyle>
          <a:p>
            <a:pPr/>
            <a:r>
              <a:t>Resumen visual (condensado)</a:t>
            </a:r>
          </a:p>
        </p:txBody>
      </p:sp>
      <p:sp>
        <p:nvSpPr>
          <p:cNvPr id="187" name="DIOS ES LUZ…"/>
          <p:cNvSpPr txBox="1"/>
          <p:nvPr/>
        </p:nvSpPr>
        <p:spPr>
          <a:xfrm>
            <a:off x="1007962" y="1839840"/>
            <a:ext cx="7027572" cy="10668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4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b="1">
                <a:latin typeface="+mn-lt"/>
                <a:ea typeface="+mn-ea"/>
                <a:cs typeface="+mn-cs"/>
                <a:sym typeface="Helvetica Neue"/>
              </a:rPr>
              <a:t>DIOS ES LUZ </a:t>
            </a:r>
            <a:endParaRPr b="1">
              <a:latin typeface="+mn-lt"/>
              <a:ea typeface="+mn-ea"/>
              <a:cs typeface="+mn-cs"/>
              <a:sym typeface="Helvetica Neue"/>
            </a:endParaR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b="1">
                <a:latin typeface="+mn-lt"/>
                <a:ea typeface="+mn-ea"/>
                <a:cs typeface="+mn-cs"/>
                <a:sym typeface="Helvetica Neue"/>
              </a:rPr>
              <a:t>(</a:t>
            </a:r>
            <a:r>
              <a:rPr b="1" sz="3500">
                <a:latin typeface="+mn-lt"/>
                <a:ea typeface="+mn-ea"/>
                <a:cs typeface="+mn-cs"/>
                <a:sym typeface="Helvetica Neue"/>
              </a:rPr>
              <a:t>COMUNIÓN EXPERIMENTADA)</a:t>
            </a:r>
            <a:br>
              <a:rPr b="1" sz="3500">
                <a:latin typeface="+mn-lt"/>
                <a:ea typeface="+mn-ea"/>
                <a:cs typeface="+mn-cs"/>
                <a:sym typeface="Helvetica Neue"/>
              </a:rPr>
            </a:br>
            <a:r>
              <a:t>(1 Juan 1:5–2:27)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1. Dios es Luz/caminar en la luz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(1:5-2:2)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2. Dios es verdad. 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Los suyos reflejan verdad al guardar 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Su palabra y amar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(2:3-11)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3. Identidad Introducida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(2:12-14)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4. Nuestra relación con 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el Reino Externo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(2:15-17)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5. La Verdad vs Mentiras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(2:18-27)</a:t>
            </a:r>
          </a:p>
        </p:txBody>
      </p:sp>
      <p:sp>
        <p:nvSpPr>
          <p:cNvPr id="188" name="DIOS ES JUSTO…"/>
          <p:cNvSpPr txBox="1"/>
          <p:nvPr/>
        </p:nvSpPr>
        <p:spPr>
          <a:xfrm>
            <a:off x="9345879" y="2009503"/>
            <a:ext cx="6006593" cy="9183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b="1" sz="4000"/>
            </a:pPr>
            <a:r>
              <a:t>DIOS ES JUSTO  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b="1" sz="3500"/>
            </a:pPr>
            <a:r>
              <a:t>(IDENTIDAD CONFIRMADA)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(1 Jn 2:28-4:6)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6. Identidad Permanente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(2:28-3:3)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7. Practica Revela Identidad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(3:4-10)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8. Amor como Acción Justa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(3:11-18)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9. Seguridad al Amar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(3:19-24)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10. Discernimiento de Origen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(4:1-6)</a:t>
            </a:r>
          </a:p>
        </p:txBody>
      </p:sp>
      <p:sp>
        <p:nvSpPr>
          <p:cNvPr id="189" name="DIOS ES AMOR…"/>
          <p:cNvSpPr txBox="1"/>
          <p:nvPr/>
        </p:nvSpPr>
        <p:spPr>
          <a:xfrm>
            <a:off x="17467033" y="1993444"/>
            <a:ext cx="5513198" cy="9729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b="1" sz="4000"/>
            </a:pPr>
            <a:r>
              <a:t>DIOS ES AMOR 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b="1" sz="3500"/>
            </a:pPr>
            <a:r>
              <a:t>(SEGURIDAD AFIRMADA 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b="1" sz="3500"/>
            </a:pPr>
            <a:r>
              <a:t>Y MANIFESTADA)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(1 Jn 4:7-5:21)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11. Dios es Amor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(4:7-12)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12. Amor Perfeccionado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(4:13-21)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13. Fe y testimonio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(5:1-12)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14. Seguridad</a:t>
            </a:r>
            <a:br/>
            <a:r>
              <a:t>(5:13–20)</a:t>
            </a: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marL="127000" marR="127000" indent="-127000"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15. Protégete de los ídolos </a:t>
            </a:r>
            <a:br/>
            <a:r>
              <a:t>(15:21)</a:t>
            </a:r>
          </a:p>
        </p:txBody>
      </p:sp>
      <p:sp>
        <p:nvSpPr>
          <p:cNvPr id="190" name="(ciclos 1-5)"/>
          <p:cNvSpPr txBox="1"/>
          <p:nvPr/>
        </p:nvSpPr>
        <p:spPr>
          <a:xfrm>
            <a:off x="3444089" y="12827369"/>
            <a:ext cx="2155318" cy="59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3300"/>
            </a:lvl1pPr>
          </a:lstStyle>
          <a:p>
            <a:pPr/>
            <a:r>
              <a:t>(ciclos 1-5)</a:t>
            </a:r>
          </a:p>
        </p:txBody>
      </p:sp>
      <p:sp>
        <p:nvSpPr>
          <p:cNvPr id="191" name="(ciclos 6-10)"/>
          <p:cNvSpPr txBox="1"/>
          <p:nvPr/>
        </p:nvSpPr>
        <p:spPr>
          <a:xfrm>
            <a:off x="11295031" y="12827369"/>
            <a:ext cx="2388337" cy="59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3300"/>
            </a:lvl1pPr>
          </a:lstStyle>
          <a:p>
            <a:pPr/>
            <a:r>
              <a:t>(ciclos 6-10)</a:t>
            </a:r>
          </a:p>
        </p:txBody>
      </p:sp>
      <p:sp>
        <p:nvSpPr>
          <p:cNvPr id="192" name="(ciclos 11-15)"/>
          <p:cNvSpPr txBox="1"/>
          <p:nvPr/>
        </p:nvSpPr>
        <p:spPr>
          <a:xfrm>
            <a:off x="19145973" y="12827369"/>
            <a:ext cx="2621357" cy="59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3300"/>
            </a:lvl1pPr>
          </a:lstStyle>
          <a:p>
            <a:pPr/>
            <a:r>
              <a:t>(ciclos 11-15)</a:t>
            </a:r>
          </a:p>
        </p:txBody>
      </p:sp>
      <p:sp>
        <p:nvSpPr>
          <p:cNvPr id="193" name="Viviendo de la vida de Dios"/>
          <p:cNvSpPr txBox="1"/>
          <p:nvPr/>
        </p:nvSpPr>
        <p:spPr>
          <a:xfrm>
            <a:off x="8756771" y="70082"/>
            <a:ext cx="746485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Viviendo de la vida de Dios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